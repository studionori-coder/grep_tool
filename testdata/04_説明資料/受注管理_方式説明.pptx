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ノート_補足説明：冒頭で背景を説明する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受注管理システム 方式説明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2026年10月　開発チーム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非機能要件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要件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性能要件_3秒以内（画面応答）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可用性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システム構成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828800"/>
            <a:ext cx="5486400" cy="914400"/>
            <a:chOff x="914400" y="1828800"/>
            <a:chExt cx="5486400" cy="914400"/>
          </a:xfrm>
        </p:grpSpPr>
        <p:sp>
          <p:nvSpPr>
            <p:cNvPr id="4" name="Rectangle 3"/>
            <p:cNvSpPr/>
            <p:nvPr/>
          </p:nvSpPr>
          <p:spPr>
            <a:xfrm>
              <a:off x="914400" y="18288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Webサーバ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3657600" y="1828800"/>
              <a:ext cx="27432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図形内_構成図ラベル（APサーバ）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